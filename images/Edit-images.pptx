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59" r:id="rId11"/>
    <p:sldId id="260" r:id="rId12"/>
    <p:sldId id="261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2280" y="106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AC4EA-D3A7-4C07-BF48-E08C30EF7D72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5EF5E-A44E-44C4-B463-819818B61B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013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5EF5E-A44E-44C4-B463-819818B61B21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6178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FDE0-F8E4-5694-1632-2DC85D6B1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B8696-307E-4F97-45E6-9BE89EE2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5114A-35AA-A5CA-5B71-73294F66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98C92-51EE-D658-C309-F36C297E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09BD-1CE4-1855-07C9-356A028C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312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C531-BD6F-CB49-501D-5A60940B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04C2-0FC7-620F-6A4C-11A22BC49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6A04-B6E6-BFB4-5912-8EC8FE2E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FC92-CBE7-2BE8-8392-29856B9B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8CD0F-1CEB-0C28-D435-85F10C0D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71100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3B32-7405-25D1-2CEA-D1CB35F4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A2CF1-A8A5-C733-FD48-85B6D19B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5F2F-E432-9400-DB06-3A0574E04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CB27C-5783-1F96-2A89-5832755E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FFB0A-A147-65DC-AB4E-9D4A39DA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4320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CE6B-A45E-FBDA-943E-EFEAE3FF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E5ED-1174-46A7-2FEC-ACC9B1FA3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D6881-F769-373A-2291-568D9F96B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99EFD-21F7-8DEF-6AF5-7EA4BB8F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553FA-C215-6242-E2A0-384B5BD3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11B6C-3E25-AE57-D231-0CADF124E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149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1EE9-5CEE-55AC-557B-DC2A0250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60063-FDB2-CFCF-C371-B0A36259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9858A-6060-6A4F-3C34-7477AEB53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38FD5-DF79-78A4-E213-358051B6B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77FE77-603E-3FE9-EE79-205A2AA43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744AC-407B-8460-4464-DE90ABC9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7BC72-710B-FF7D-4B0D-5271BDAD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909D5-CE37-B2EF-A1BF-699D9304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0498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6DC1-551D-D047-D4A2-DA51A764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3781E-8BDA-6C8D-7FCF-620EE88E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DB898-1249-0496-652A-54F70AE5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2852A-FFF0-7F87-E74E-47C8EA54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3489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91D1D-FB72-FC17-FEF6-1153A12E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8FB63-D48E-3C66-489A-2575C34A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53125-34CC-2643-5EB3-8BB4BF17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914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BB65-AC1A-5708-9EB4-E4BD96DE0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94B45-D724-6075-5F21-7B50932CB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CDA04-515C-CAC6-98D1-126DAFB61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08157-CA0F-6142-073E-9D7CBDD0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ED5E6-B887-7D02-24E9-D8DA7D4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10956-9E7D-BDD5-2AE3-F31B87CF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4810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9637-4F70-6351-D44C-C8C538D3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DE799-4B1F-7FDB-478B-87B026123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9BDF1-3D22-E3D7-2384-D5D687C5D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32F37-6E5A-8884-4E16-AA68B5DE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8A7D1-6C0B-9118-0DF0-45F98612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19D57-AA0D-4B58-2A9A-5B46FDA1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1942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046D2-41BF-5680-6A1E-A0026CAA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38F1B-4352-2DED-E3DE-787BD8500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9A3D4-5513-0C65-E601-6DF79B48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C6BFF-C7B1-EC36-EEF3-4DA03818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6AC87-BDD4-2FFF-8ADD-FE35C568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3325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DCCD9-FAD9-691F-B7A6-59E1409A0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BD363-3508-BC94-1346-4C8C98F23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C343D-E7A7-9266-9E6B-4BDD9B48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788C-09A1-B602-904E-AA184A47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2C84E-019B-AAE4-0253-EE7D95D2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7185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60C02-5014-0CF4-9E5E-85A436F4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BE641-1D57-F2DF-A519-3F53DC47A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D844F-B443-9773-1685-6EDA4D20F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4DC9F-ED4F-499F-BFDD-013280C21764}" type="datetimeFigureOut">
              <a:rPr lang="en-AE" smtClean="0"/>
              <a:t>01/08/2025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E23DC-DF23-2981-AB6D-836BD0AC0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4F93B-3FC9-44A1-C1C6-8FE8A6991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23A70-C1C2-4CB9-B2BC-92105F6009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216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different colored maps&#10;&#10;Description automatically generated">
            <a:extLst>
              <a:ext uri="{FF2B5EF4-FFF2-40B4-BE49-F238E27FC236}">
                <a16:creationId xmlns:a16="http://schemas.microsoft.com/office/drawing/2014/main" id="{1FCAC893-8E97-EF35-FA80-4E5157B2C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88" y="-904673"/>
            <a:ext cx="7720802" cy="4484451"/>
          </a:xfrm>
          <a:prstGeom prst="rect">
            <a:avLst/>
          </a:prstGeom>
        </p:spPr>
      </p:pic>
      <p:pic>
        <p:nvPicPr>
          <p:cNvPr id="7" name="Picture 6" descr="A group of images of different colors&#10;&#10;Description automatically generated">
            <a:extLst>
              <a:ext uri="{FF2B5EF4-FFF2-40B4-BE49-F238E27FC236}">
                <a16:creationId xmlns:a16="http://schemas.microsoft.com/office/drawing/2014/main" id="{CC31C34B-CCC6-1A22-2203-46DE5653C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88" y="3521176"/>
            <a:ext cx="6007412" cy="333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2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FAC8C70-800B-832B-C9AA-6CD9A6439348}"/>
              </a:ext>
            </a:extLst>
          </p:cNvPr>
          <p:cNvGrpSpPr/>
          <p:nvPr/>
        </p:nvGrpSpPr>
        <p:grpSpPr>
          <a:xfrm>
            <a:off x="795119" y="433884"/>
            <a:ext cx="9914560" cy="6571554"/>
            <a:chOff x="795119" y="433884"/>
            <a:chExt cx="9914560" cy="657155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0F7D51-77E8-1E71-50D6-54B3A9F49B4C}"/>
                </a:ext>
              </a:extLst>
            </p:cNvPr>
            <p:cNvGrpSpPr/>
            <p:nvPr/>
          </p:nvGrpSpPr>
          <p:grpSpPr>
            <a:xfrm>
              <a:off x="795119" y="3429000"/>
              <a:ext cx="9914560" cy="3576438"/>
              <a:chOff x="536039" y="698382"/>
              <a:chExt cx="9914560" cy="3576438"/>
            </a:xfrm>
          </p:grpSpPr>
          <p:pic>
            <p:nvPicPr>
              <p:cNvPr id="4" name="Picture 3" descr="A group of images of different colors&#10;&#10;Description automatically generated">
                <a:extLst>
                  <a:ext uri="{FF2B5EF4-FFF2-40B4-BE49-F238E27FC236}">
                    <a16:creationId xmlns:a16="http://schemas.microsoft.com/office/drawing/2014/main" id="{4237E97F-84EF-2FE1-A109-01C1679E5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5761" y="698382"/>
                <a:ext cx="6274838" cy="3485366"/>
              </a:xfrm>
              <a:prstGeom prst="rect">
                <a:avLst/>
              </a:prstGeom>
            </p:spPr>
          </p:pic>
          <p:pic>
            <p:nvPicPr>
              <p:cNvPr id="6" name="Picture 5" descr="A map of a land with a number of locations&#10;&#10;Description automatically generated with medium confidence">
                <a:extLst>
                  <a:ext uri="{FF2B5EF4-FFF2-40B4-BE49-F238E27FC236}">
                    <a16:creationId xmlns:a16="http://schemas.microsoft.com/office/drawing/2014/main" id="{5C0C4E09-F541-5896-872B-26BB9C8FD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6039" y="698382"/>
                <a:ext cx="3639722" cy="3576438"/>
              </a:xfrm>
              <a:prstGeom prst="rect">
                <a:avLst/>
              </a:prstGeom>
            </p:spPr>
          </p:pic>
        </p:grpSp>
        <p:pic>
          <p:nvPicPr>
            <p:cNvPr id="8" name="Picture 7" descr="A collage of images of a map&#10;&#10;Description automatically generated">
              <a:extLst>
                <a:ext uri="{FF2B5EF4-FFF2-40B4-BE49-F238E27FC236}">
                  <a16:creationId xmlns:a16="http://schemas.microsoft.com/office/drawing/2014/main" id="{34EA0454-728F-D2C5-D5DD-2190DE624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2154" y="433884"/>
              <a:ext cx="6632265" cy="2995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740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D9AC006-3E28-8AEF-78CE-D5B19EC0F980}"/>
              </a:ext>
            </a:extLst>
          </p:cNvPr>
          <p:cNvGrpSpPr/>
          <p:nvPr/>
        </p:nvGrpSpPr>
        <p:grpSpPr>
          <a:xfrm>
            <a:off x="204837" y="286446"/>
            <a:ext cx="11208230" cy="6571554"/>
            <a:chOff x="204837" y="286446"/>
            <a:chExt cx="11208230" cy="657155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7E24DE9-E12B-F9FF-2F8A-675E7407E07D}"/>
                </a:ext>
              </a:extLst>
            </p:cNvPr>
            <p:cNvGrpSpPr/>
            <p:nvPr/>
          </p:nvGrpSpPr>
          <p:grpSpPr>
            <a:xfrm>
              <a:off x="204837" y="286446"/>
              <a:ext cx="10518152" cy="6571554"/>
              <a:chOff x="755170" y="0"/>
              <a:chExt cx="10518152" cy="6571554"/>
            </a:xfrm>
          </p:grpSpPr>
          <p:pic>
            <p:nvPicPr>
              <p:cNvPr id="4" name="Picture 3" descr="A group of images of different colors&#10;&#10;Description automatically generated">
                <a:extLst>
                  <a:ext uri="{FF2B5EF4-FFF2-40B4-BE49-F238E27FC236}">
                    <a16:creationId xmlns:a16="http://schemas.microsoft.com/office/drawing/2014/main" id="{4A2BE431-8B65-65BC-517A-B494BFA22B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8484" y="2965806"/>
                <a:ext cx="6274838" cy="3485366"/>
              </a:xfrm>
              <a:prstGeom prst="rect">
                <a:avLst/>
              </a:prstGeom>
            </p:spPr>
          </p:pic>
          <p:pic>
            <p:nvPicPr>
              <p:cNvPr id="5" name="Picture 4" descr="A map of a land with a number of locations&#10;&#10;Description automatically generated with medium confidence">
                <a:extLst>
                  <a:ext uri="{FF2B5EF4-FFF2-40B4-BE49-F238E27FC236}">
                    <a16:creationId xmlns:a16="http://schemas.microsoft.com/office/drawing/2014/main" id="{FEA56B35-00CB-F33C-081B-7E81963070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58762" y="2995116"/>
                <a:ext cx="3639722" cy="3576438"/>
              </a:xfrm>
              <a:prstGeom prst="rect">
                <a:avLst/>
              </a:prstGeom>
            </p:spPr>
          </p:pic>
          <p:pic>
            <p:nvPicPr>
              <p:cNvPr id="6" name="Picture 5" descr="A collage of images of a map&#10;&#10;Description automatically generated">
                <a:extLst>
                  <a:ext uri="{FF2B5EF4-FFF2-40B4-BE49-F238E27FC236}">
                    <a16:creationId xmlns:a16="http://schemas.microsoft.com/office/drawing/2014/main" id="{2DC6640A-9CF2-060A-3033-A4106CC89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5170" y="0"/>
                <a:ext cx="5891163" cy="2995116"/>
              </a:xfrm>
              <a:prstGeom prst="rect">
                <a:avLst/>
              </a:prstGeom>
            </p:spPr>
          </p:pic>
        </p:grpSp>
        <p:pic>
          <p:nvPicPr>
            <p:cNvPr id="9" name="Picture 8" descr="A group of images of different colors&#10;&#10;Description automatically generated">
              <a:extLst>
                <a:ext uri="{FF2B5EF4-FFF2-40B4-BE49-F238E27FC236}">
                  <a16:creationId xmlns:a16="http://schemas.microsoft.com/office/drawing/2014/main" id="{F52AA3A5-1F1C-92F8-5E66-FB6D2E218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0436" y="286446"/>
              <a:ext cx="5422631" cy="2920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264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6678-65BC-B9E3-C9B2-0CACB9AC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32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A811-C83D-CC23-38F0-40A99ED1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54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54A5-E1E7-4CBC-8355-D4E21832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india and india&#10;&#10;AI-generated content may be incorrect.">
            <a:extLst>
              <a:ext uri="{FF2B5EF4-FFF2-40B4-BE49-F238E27FC236}">
                <a16:creationId xmlns:a16="http://schemas.microsoft.com/office/drawing/2014/main" id="{F4EE1ACD-1BCF-1725-1239-A29B51CCF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466" y="-424335"/>
            <a:ext cx="6199632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92939A0-EA1B-E1D4-B526-7B36288F6508}"/>
              </a:ext>
            </a:extLst>
          </p:cNvPr>
          <p:cNvGrpSpPr/>
          <p:nvPr/>
        </p:nvGrpSpPr>
        <p:grpSpPr>
          <a:xfrm>
            <a:off x="4587651" y="-424335"/>
            <a:ext cx="11208230" cy="6571554"/>
            <a:chOff x="204837" y="286446"/>
            <a:chExt cx="11208230" cy="65715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7CCEAD7-95A0-B8C0-22D1-9F090F4F2E65}"/>
                </a:ext>
              </a:extLst>
            </p:cNvPr>
            <p:cNvGrpSpPr/>
            <p:nvPr/>
          </p:nvGrpSpPr>
          <p:grpSpPr>
            <a:xfrm>
              <a:off x="204837" y="286446"/>
              <a:ext cx="10518152" cy="6571554"/>
              <a:chOff x="755170" y="0"/>
              <a:chExt cx="10518152" cy="6571554"/>
            </a:xfrm>
          </p:grpSpPr>
          <p:pic>
            <p:nvPicPr>
              <p:cNvPr id="7" name="Picture 6" descr="A group of images of different colors&#10;&#10;Description automatically generated">
                <a:extLst>
                  <a:ext uri="{FF2B5EF4-FFF2-40B4-BE49-F238E27FC236}">
                    <a16:creationId xmlns:a16="http://schemas.microsoft.com/office/drawing/2014/main" id="{9D8B7AF7-0A5E-1553-BC8D-AAD22E828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8484" y="2965806"/>
                <a:ext cx="6274838" cy="3485366"/>
              </a:xfrm>
              <a:prstGeom prst="rect">
                <a:avLst/>
              </a:prstGeom>
            </p:spPr>
          </p:pic>
          <p:pic>
            <p:nvPicPr>
              <p:cNvPr id="8" name="Picture 7" descr="A map of a land with a number of locations&#10;&#10;Description automatically generated with medium confidence">
                <a:extLst>
                  <a:ext uri="{FF2B5EF4-FFF2-40B4-BE49-F238E27FC236}">
                    <a16:creationId xmlns:a16="http://schemas.microsoft.com/office/drawing/2014/main" id="{6326E211-FCB4-C415-A46F-9646E63656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58762" y="2995116"/>
                <a:ext cx="3639722" cy="3576438"/>
              </a:xfrm>
              <a:prstGeom prst="rect">
                <a:avLst/>
              </a:prstGeom>
            </p:spPr>
          </p:pic>
          <p:pic>
            <p:nvPicPr>
              <p:cNvPr id="9" name="Picture 8" descr="A collage of images of a map&#10;&#10;Description automatically generated">
                <a:extLst>
                  <a:ext uri="{FF2B5EF4-FFF2-40B4-BE49-F238E27FC236}">
                    <a16:creationId xmlns:a16="http://schemas.microsoft.com/office/drawing/2014/main" id="{0253785B-4F91-07E0-A1EA-A6531F248D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5170" y="0"/>
                <a:ext cx="5891163" cy="2995116"/>
              </a:xfrm>
              <a:prstGeom prst="rect">
                <a:avLst/>
              </a:prstGeom>
            </p:spPr>
          </p:pic>
        </p:grpSp>
        <p:pic>
          <p:nvPicPr>
            <p:cNvPr id="6" name="Picture 5" descr="A group of images of different colors&#10;&#10;Description automatically generated">
              <a:extLst>
                <a:ext uri="{FF2B5EF4-FFF2-40B4-BE49-F238E27FC236}">
                  <a16:creationId xmlns:a16="http://schemas.microsoft.com/office/drawing/2014/main" id="{695E3CEB-58F4-13FC-0ECC-09766B8FB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0436" y="286446"/>
              <a:ext cx="5422631" cy="2920270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8EAB9389-B301-F81A-B021-E6D22A161ACF}"/>
              </a:ext>
            </a:extLst>
          </p:cNvPr>
          <p:cNvSpPr/>
          <p:nvPr/>
        </p:nvSpPr>
        <p:spPr>
          <a:xfrm>
            <a:off x="1464877" y="2570781"/>
            <a:ext cx="3595854" cy="3822303"/>
          </a:xfrm>
          <a:prstGeom prst="ellipse">
            <a:avLst/>
          </a:prstGeom>
          <a:noFill/>
          <a:ln w="57150">
            <a:solidFill>
              <a:schemeClr val="tx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Above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5900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E963-EF2A-F80B-2E0E-1DE50F3A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sia with water and land&#10;&#10;AI-generated content may be incorrect.">
            <a:extLst>
              <a:ext uri="{FF2B5EF4-FFF2-40B4-BE49-F238E27FC236}">
                <a16:creationId xmlns:a16="http://schemas.microsoft.com/office/drawing/2014/main" id="{626EB0C5-B15F-3216-E61B-C958A5418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713" y="-504661"/>
            <a:ext cx="6199632" cy="6858000"/>
          </a:xfrm>
          <a:prstGeom prst="rect">
            <a:avLst/>
          </a:prstGeom>
        </p:spPr>
      </p:pic>
      <p:pic>
        <p:nvPicPr>
          <p:cNvPr id="3" name="Picture 2" descr="A group of images of different colors&#10;&#10;AI-generated content may be incorrect.">
            <a:extLst>
              <a:ext uri="{FF2B5EF4-FFF2-40B4-BE49-F238E27FC236}">
                <a16:creationId xmlns:a16="http://schemas.microsoft.com/office/drawing/2014/main" id="{D2C38993-2CB6-F1C6-31EC-443612C5D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863" y="-220883"/>
            <a:ext cx="1105777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1897EF9-D896-C617-5AC7-9F36F78700C1}"/>
              </a:ext>
            </a:extLst>
          </p:cNvPr>
          <p:cNvSpPr/>
          <p:nvPr/>
        </p:nvSpPr>
        <p:spPr>
          <a:xfrm>
            <a:off x="2374180" y="2247502"/>
            <a:ext cx="2967318" cy="4105837"/>
          </a:xfrm>
          <a:prstGeom prst="ellipse">
            <a:avLst/>
          </a:prstGeom>
          <a:noFill/>
          <a:ln w="57150">
            <a:solidFill>
              <a:schemeClr val="tx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Above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3676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E275-00AD-199B-1805-1FEDCDF5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E4E0F-E56A-0B5C-FA71-046967279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15811" y="197366"/>
            <a:ext cx="7642081" cy="7338135"/>
          </a:xfrm>
          <a:prstGeom prst="rec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Front" fov="5100000">
              <a:rot lat="0" lon="15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9891F75-8829-6C52-EC7F-7504CC41898D}"/>
              </a:ext>
            </a:extLst>
          </p:cNvPr>
          <p:cNvGrpSpPr/>
          <p:nvPr/>
        </p:nvGrpSpPr>
        <p:grpSpPr>
          <a:xfrm>
            <a:off x="2985494" y="-1151400"/>
            <a:ext cx="14677649" cy="9160799"/>
            <a:chOff x="-1805167" y="-513729"/>
            <a:chExt cx="14677649" cy="91607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8C40B0-59E6-6885-B888-262C37EB5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3319" y="2395573"/>
              <a:ext cx="4395794" cy="1322808"/>
            </a:xfrm>
            <a:prstGeom prst="rect">
              <a:avLst/>
            </a:prstGeom>
          </p:spPr>
        </p:pic>
        <p:pic>
          <p:nvPicPr>
            <p:cNvPr id="8" name="Picture 7" descr="A map of the koggala lagoon&#10;&#10;Description automatically generated">
              <a:extLst>
                <a:ext uri="{FF2B5EF4-FFF2-40B4-BE49-F238E27FC236}">
                  <a16:creationId xmlns:a16="http://schemas.microsoft.com/office/drawing/2014/main" id="{6978F0DF-B6EC-ABCF-D3B2-18B67BF4C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05167" y="157535"/>
              <a:ext cx="6218486" cy="4130870"/>
            </a:xfrm>
            <a:prstGeom prst="rect">
              <a:avLst/>
            </a:prstGeom>
          </p:spPr>
        </p:pic>
        <p:pic>
          <p:nvPicPr>
            <p:cNvPr id="9" name="Picture 8" descr="A diagram of a plane&#10;&#10;Description automatically generated">
              <a:extLst>
                <a:ext uri="{FF2B5EF4-FFF2-40B4-BE49-F238E27FC236}">
                  <a16:creationId xmlns:a16="http://schemas.microsoft.com/office/drawing/2014/main" id="{BD2E9C48-E43F-3B0A-1BC1-311C67F5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2062" y="4288405"/>
              <a:ext cx="9792573" cy="4358665"/>
            </a:xfrm>
            <a:prstGeom prst="rect">
              <a:avLst/>
            </a:prstGeom>
          </p:spPr>
        </p:pic>
        <p:pic>
          <p:nvPicPr>
            <p:cNvPr id="10" name="Picture 9" descr="A diagram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B512A985-0E08-AB80-83BE-36C3EB89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8259" y="-513729"/>
              <a:ext cx="4474223" cy="8686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4045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64BA-7158-0C69-F586-D4916213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40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0902EEB-A62B-02EE-DA73-7F474A987DD6}"/>
              </a:ext>
            </a:extLst>
          </p:cNvPr>
          <p:cNvGrpSpPr/>
          <p:nvPr/>
        </p:nvGrpSpPr>
        <p:grpSpPr>
          <a:xfrm>
            <a:off x="-2515290" y="0"/>
            <a:ext cx="14331482" cy="8686901"/>
            <a:chOff x="-1812928" y="-8395"/>
            <a:chExt cx="13618868" cy="6856140"/>
          </a:xfrm>
        </p:grpSpPr>
        <p:pic>
          <p:nvPicPr>
            <p:cNvPr id="5" name="Picture 4" descr="A map of the koggala lagoon&#10;&#10;Description automatically generated">
              <a:extLst>
                <a:ext uri="{FF2B5EF4-FFF2-40B4-BE49-F238E27FC236}">
                  <a16:creationId xmlns:a16="http://schemas.microsoft.com/office/drawing/2014/main" id="{5C19F2A5-06B4-46A6-0D83-39A5D1322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430" y="469028"/>
              <a:ext cx="5147346" cy="2839915"/>
            </a:xfrm>
            <a:prstGeom prst="rect">
              <a:avLst/>
            </a:prstGeom>
          </p:spPr>
        </p:pic>
        <p:pic>
          <p:nvPicPr>
            <p:cNvPr id="7" name="Picture 6" descr="A diagram of a plane&#10;&#10;Description automatically generated">
              <a:extLst>
                <a:ext uri="{FF2B5EF4-FFF2-40B4-BE49-F238E27FC236}">
                  <a16:creationId xmlns:a16="http://schemas.microsoft.com/office/drawing/2014/main" id="{E5E029E8-F4A6-D2A9-21A5-C5957B383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12928" y="3376230"/>
              <a:ext cx="9305650" cy="3440078"/>
            </a:xfrm>
            <a:prstGeom prst="rect">
              <a:avLst/>
            </a:prstGeom>
          </p:spPr>
        </p:pic>
        <p:pic>
          <p:nvPicPr>
            <p:cNvPr id="9" name="Picture 8" descr="A diagram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ED004D26-9F37-C9CA-F49A-94D5A658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4192" y="-8395"/>
              <a:ext cx="4251748" cy="68561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4083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94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FC26A51-7603-E9BB-968D-5B4FE8A53AEC}"/>
              </a:ext>
            </a:extLst>
          </p:cNvPr>
          <p:cNvGrpSpPr/>
          <p:nvPr/>
        </p:nvGrpSpPr>
        <p:grpSpPr>
          <a:xfrm>
            <a:off x="-1805167" y="-513729"/>
            <a:ext cx="14677649" cy="9160799"/>
            <a:chOff x="-1805167" y="-513729"/>
            <a:chExt cx="14677649" cy="916079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67DA54-D01D-51A0-CD0D-249849DB1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13319" y="2395573"/>
              <a:ext cx="4395794" cy="1322808"/>
            </a:xfrm>
            <a:prstGeom prst="rect">
              <a:avLst/>
            </a:prstGeom>
          </p:spPr>
        </p:pic>
        <p:pic>
          <p:nvPicPr>
            <p:cNvPr id="4" name="Picture 3" descr="A map of the koggala lagoon&#10;&#10;Description automatically generated">
              <a:extLst>
                <a:ext uri="{FF2B5EF4-FFF2-40B4-BE49-F238E27FC236}">
                  <a16:creationId xmlns:a16="http://schemas.microsoft.com/office/drawing/2014/main" id="{1D2EF391-9E88-EA71-9A2A-5308D3485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05167" y="157535"/>
              <a:ext cx="6218486" cy="4130870"/>
            </a:xfrm>
            <a:prstGeom prst="rect">
              <a:avLst/>
            </a:prstGeom>
          </p:spPr>
        </p:pic>
        <p:pic>
          <p:nvPicPr>
            <p:cNvPr id="5" name="Picture 4" descr="A diagram of a plane&#10;&#10;Description automatically generated">
              <a:extLst>
                <a:ext uri="{FF2B5EF4-FFF2-40B4-BE49-F238E27FC236}">
                  <a16:creationId xmlns:a16="http://schemas.microsoft.com/office/drawing/2014/main" id="{861B3CD1-EF46-838A-B668-9593AAEA0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22062" y="4288405"/>
              <a:ext cx="9792573" cy="4358665"/>
            </a:xfrm>
            <a:prstGeom prst="rect">
              <a:avLst/>
            </a:prstGeom>
          </p:spPr>
        </p:pic>
        <p:pic>
          <p:nvPicPr>
            <p:cNvPr id="6" name="Picture 5" descr="A diagram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DAD1FED3-6480-AA13-4E05-48EF98BB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8259" y="-513729"/>
              <a:ext cx="4474223" cy="8686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776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44A3-0B5A-D5E1-E42C-291E721E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248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9B75-2AFA-D005-4C15-013CD7D5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6B4DF81-C85F-20AA-6517-A3FD66B06F86}"/>
              </a:ext>
            </a:extLst>
          </p:cNvPr>
          <p:cNvGrpSpPr/>
          <p:nvPr/>
        </p:nvGrpSpPr>
        <p:grpSpPr>
          <a:xfrm>
            <a:off x="71378" y="207112"/>
            <a:ext cx="12186922" cy="9207053"/>
            <a:chOff x="71378" y="207112"/>
            <a:chExt cx="12186922" cy="9207053"/>
          </a:xfrm>
        </p:grpSpPr>
        <p:pic>
          <p:nvPicPr>
            <p:cNvPr id="3" name="Picture 2" descr="A graph of a mushroom&#10;&#10;AI-generated content may be incorrect.">
              <a:extLst>
                <a:ext uri="{FF2B5EF4-FFF2-40B4-BE49-F238E27FC236}">
                  <a16:creationId xmlns:a16="http://schemas.microsoft.com/office/drawing/2014/main" id="{2BBFA7F6-555D-80AF-B6CB-5F8288F5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1402" y="3429000"/>
              <a:ext cx="9080010" cy="3099822"/>
            </a:xfrm>
            <a:prstGeom prst="rect">
              <a:avLst/>
            </a:prstGeom>
          </p:spPr>
        </p:pic>
        <p:pic>
          <p:nvPicPr>
            <p:cNvPr id="5" name="Picture 4" descr="A collage of ultrasound images&#10;&#10;AI-generated content may be incorrect.">
              <a:extLst>
                <a:ext uri="{FF2B5EF4-FFF2-40B4-BE49-F238E27FC236}">
                  <a16:creationId xmlns:a16="http://schemas.microsoft.com/office/drawing/2014/main" id="{80EFEC5A-D10C-D2FB-42D4-30FB83DD4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78" y="218373"/>
              <a:ext cx="6024622" cy="3149906"/>
            </a:xfrm>
            <a:prstGeom prst="rect">
              <a:avLst/>
            </a:prstGeom>
          </p:spPr>
        </p:pic>
        <p:pic>
          <p:nvPicPr>
            <p:cNvPr id="7" name="Picture 6" descr="A collage of ultrasound images&#10;&#10;AI-generated content may be incorrect.">
              <a:extLst>
                <a:ext uri="{FF2B5EF4-FFF2-40B4-BE49-F238E27FC236}">
                  <a16:creationId xmlns:a16="http://schemas.microsoft.com/office/drawing/2014/main" id="{609285FB-8E9F-961C-DECE-5B2579BD0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0594" y="207112"/>
              <a:ext cx="6067706" cy="3172432"/>
            </a:xfrm>
            <a:prstGeom prst="rect">
              <a:avLst/>
            </a:prstGeom>
          </p:spPr>
        </p:pic>
        <p:pic>
          <p:nvPicPr>
            <p:cNvPr id="9" name="Picture 8" descr="A graph of training loss and validation accuracy&#10;&#10;AI-generated content may be incorrect.">
              <a:extLst>
                <a:ext uri="{FF2B5EF4-FFF2-40B4-BE49-F238E27FC236}">
                  <a16:creationId xmlns:a16="http://schemas.microsoft.com/office/drawing/2014/main" id="{2FDB1F78-5C51-5430-AC62-DA53EDBD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560"/>
            <a:stretch/>
          </p:blipFill>
          <p:spPr>
            <a:xfrm>
              <a:off x="313828" y="6650265"/>
              <a:ext cx="5687579" cy="2763900"/>
            </a:xfrm>
            <a:prstGeom prst="rect">
              <a:avLst/>
            </a:prstGeom>
          </p:spPr>
        </p:pic>
        <p:pic>
          <p:nvPicPr>
            <p:cNvPr id="11" name="Picture 10" descr="A graph of training loss and validation accuracy&#10;&#10;AI-generated content may be incorrect.">
              <a:extLst>
                <a:ext uri="{FF2B5EF4-FFF2-40B4-BE49-F238E27FC236}">
                  <a16:creationId xmlns:a16="http://schemas.microsoft.com/office/drawing/2014/main" id="{AD2E4A25-9132-BE71-712C-37B85D542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504"/>
            <a:stretch/>
          </p:blipFill>
          <p:spPr>
            <a:xfrm>
              <a:off x="6001407" y="6528822"/>
              <a:ext cx="5687579" cy="28812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1106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EB6C-7E09-F294-FCEA-0E82B183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48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AAA28-2D8D-29F5-B4B0-F5F4B169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AFB2B1E-85DA-65EB-AAED-43AA762103E7}"/>
              </a:ext>
            </a:extLst>
          </p:cNvPr>
          <p:cNvGrpSpPr/>
          <p:nvPr/>
        </p:nvGrpSpPr>
        <p:grpSpPr>
          <a:xfrm>
            <a:off x="417955" y="84258"/>
            <a:ext cx="13387757" cy="7580725"/>
            <a:chOff x="417955" y="84258"/>
            <a:chExt cx="13387757" cy="7580725"/>
          </a:xfrm>
        </p:grpSpPr>
        <p:pic>
          <p:nvPicPr>
            <p:cNvPr id="3" name="Picture 2" descr="A graph showing a graph of a graph&#10;&#10;AI-generated content may be incorrect.">
              <a:extLst>
                <a:ext uri="{FF2B5EF4-FFF2-40B4-BE49-F238E27FC236}">
                  <a16:creationId xmlns:a16="http://schemas.microsoft.com/office/drawing/2014/main" id="{65B7FCD4-3203-8978-B422-D187D87F0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955" y="95880"/>
              <a:ext cx="8282192" cy="3517994"/>
            </a:xfrm>
            <a:prstGeom prst="rect">
              <a:avLst/>
            </a:prstGeom>
          </p:spPr>
        </p:pic>
        <p:pic>
          <p:nvPicPr>
            <p:cNvPr id="5" name="Picture 4" descr="A graph of a graph of power generation&#10;&#10;AI-generated content may be incorrect.">
              <a:extLst>
                <a:ext uri="{FF2B5EF4-FFF2-40B4-BE49-F238E27FC236}">
                  <a16:creationId xmlns:a16="http://schemas.microsoft.com/office/drawing/2014/main" id="{9491F8E2-F6D6-0907-C88A-35D156A82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3494" y="84258"/>
              <a:ext cx="4942218" cy="3401299"/>
            </a:xfrm>
            <a:prstGeom prst="rect">
              <a:avLst/>
            </a:prstGeom>
          </p:spPr>
        </p:pic>
        <p:pic>
          <p:nvPicPr>
            <p:cNvPr id="7" name="Picture 6" descr="A diagram with a number of points&#10;&#10;AI-generated content may be incorrect.">
              <a:extLst>
                <a:ext uri="{FF2B5EF4-FFF2-40B4-BE49-F238E27FC236}">
                  <a16:creationId xmlns:a16="http://schemas.microsoft.com/office/drawing/2014/main" id="{83093F11-F3E9-4D46-3463-43298C30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449" y="3597824"/>
              <a:ext cx="4040853" cy="4051109"/>
            </a:xfrm>
            <a:prstGeom prst="rect">
              <a:avLst/>
            </a:prstGeom>
          </p:spPr>
        </p:pic>
        <p:pic>
          <p:nvPicPr>
            <p:cNvPr id="9" name="Picture 8" descr="A diagram of a wind direction&#10;&#10;AI-generated content may be incorrect.">
              <a:extLst>
                <a:ext uri="{FF2B5EF4-FFF2-40B4-BE49-F238E27FC236}">
                  <a16:creationId xmlns:a16="http://schemas.microsoft.com/office/drawing/2014/main" id="{4795B82E-7F6C-F427-B7DD-76BD4177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5302" y="3613874"/>
              <a:ext cx="4134637" cy="405110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AC510E-5A5C-45BD-D708-5CC076439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29939" y="3429000"/>
              <a:ext cx="5175773" cy="4219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6971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EC3F6-C55C-BAFC-FECC-C6C1CB33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44BC7C-C59F-56B5-D4C9-09DF03098074}"/>
              </a:ext>
            </a:extLst>
          </p:cNvPr>
          <p:cNvGrpSpPr/>
          <p:nvPr/>
        </p:nvGrpSpPr>
        <p:grpSpPr>
          <a:xfrm>
            <a:off x="1355331" y="263137"/>
            <a:ext cx="6207403" cy="5060702"/>
            <a:chOff x="5734291" y="791457"/>
            <a:chExt cx="6207403" cy="5060702"/>
          </a:xfrm>
        </p:grpSpPr>
        <p:pic>
          <p:nvPicPr>
            <p:cNvPr id="2" name="Picture 1" descr="A graph of a graph showing a line and a line&#10;&#10;AI-generated content may be incorrect.">
              <a:extLst>
                <a:ext uri="{FF2B5EF4-FFF2-40B4-BE49-F238E27FC236}">
                  <a16:creationId xmlns:a16="http://schemas.microsoft.com/office/drawing/2014/main" id="{044305F2-17BF-E0E2-3724-A80551669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35"/>
            <a:stretch>
              <a:fillRect/>
            </a:stretch>
          </p:blipFill>
          <p:spPr>
            <a:xfrm>
              <a:off x="6096000" y="791458"/>
              <a:ext cx="5845694" cy="5060701"/>
            </a:xfrm>
            <a:prstGeom prst="rect">
              <a:avLst/>
            </a:prstGeom>
          </p:spPr>
        </p:pic>
        <p:pic>
          <p:nvPicPr>
            <p:cNvPr id="3" name="Picture 2" descr="A graph of a graph showing a line and a line&#10;&#10;AI-generated content may be incorrect.">
              <a:extLst>
                <a:ext uri="{FF2B5EF4-FFF2-40B4-BE49-F238E27FC236}">
                  <a16:creationId xmlns:a16="http://schemas.microsoft.com/office/drawing/2014/main" id="{AA30179C-5E51-5E3F-F75F-D4E5E17E4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5797"/>
            <a:stretch>
              <a:fillRect/>
            </a:stretch>
          </p:blipFill>
          <p:spPr>
            <a:xfrm>
              <a:off x="5734291" y="791457"/>
              <a:ext cx="500716" cy="506070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A8AE79-284B-7D11-5F41-B6EB2EBAF625}"/>
              </a:ext>
            </a:extLst>
          </p:cNvPr>
          <p:cNvGrpSpPr/>
          <p:nvPr/>
        </p:nvGrpSpPr>
        <p:grpSpPr>
          <a:xfrm>
            <a:off x="4639887" y="811777"/>
            <a:ext cx="6207403" cy="5060702"/>
            <a:chOff x="5734291" y="791457"/>
            <a:chExt cx="6207403" cy="5060702"/>
          </a:xfrm>
        </p:grpSpPr>
        <p:pic>
          <p:nvPicPr>
            <p:cNvPr id="6" name="Picture 5" descr="A graph of a graph showing a line and a line&#10;&#10;AI-generated content may be incorrect.">
              <a:extLst>
                <a:ext uri="{FF2B5EF4-FFF2-40B4-BE49-F238E27FC236}">
                  <a16:creationId xmlns:a16="http://schemas.microsoft.com/office/drawing/2014/main" id="{C30C75F9-42CC-DFAD-9D82-92B536B73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35"/>
            <a:stretch>
              <a:fillRect/>
            </a:stretch>
          </p:blipFill>
          <p:spPr>
            <a:xfrm>
              <a:off x="6096000" y="791458"/>
              <a:ext cx="5845694" cy="5060701"/>
            </a:xfrm>
            <a:prstGeom prst="rect">
              <a:avLst/>
            </a:prstGeom>
          </p:spPr>
        </p:pic>
        <p:pic>
          <p:nvPicPr>
            <p:cNvPr id="7" name="Picture 6" descr="A graph of a graph showing a line and a line&#10;&#10;AI-generated content may be incorrect.">
              <a:extLst>
                <a:ext uri="{FF2B5EF4-FFF2-40B4-BE49-F238E27FC236}">
                  <a16:creationId xmlns:a16="http://schemas.microsoft.com/office/drawing/2014/main" id="{EC4D6953-E06A-F517-3278-694D8BCF1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5797"/>
            <a:stretch>
              <a:fillRect/>
            </a:stretch>
          </p:blipFill>
          <p:spPr>
            <a:xfrm>
              <a:off x="5734291" y="791457"/>
              <a:ext cx="500716" cy="5060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4817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F46D6-B690-1A20-F2AD-62E64C63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graph showing a line and a line&#10;&#10;AI-generated content may be incorrect.">
            <a:extLst>
              <a:ext uri="{FF2B5EF4-FFF2-40B4-BE49-F238E27FC236}">
                <a16:creationId xmlns:a16="http://schemas.microsoft.com/office/drawing/2014/main" id="{AE9F0C44-777A-0075-0D8B-62E39DA6A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44" y="3544819"/>
            <a:ext cx="7904690" cy="335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17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2590-F585-800D-3717-DF868B46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BFFB96-8CD5-C965-E17E-236D2F3D415C}"/>
              </a:ext>
            </a:extLst>
          </p:cNvPr>
          <p:cNvGrpSpPr/>
          <p:nvPr/>
        </p:nvGrpSpPr>
        <p:grpSpPr>
          <a:xfrm>
            <a:off x="417955" y="-2126974"/>
            <a:ext cx="15842462" cy="9791957"/>
            <a:chOff x="417955" y="84258"/>
            <a:chExt cx="13387757" cy="7580725"/>
          </a:xfrm>
        </p:grpSpPr>
        <p:pic>
          <p:nvPicPr>
            <p:cNvPr id="3" name="Picture 2" descr="A graph showing a graph of a graph&#10;&#10;AI-generated content may be incorrect.">
              <a:extLst>
                <a:ext uri="{FF2B5EF4-FFF2-40B4-BE49-F238E27FC236}">
                  <a16:creationId xmlns:a16="http://schemas.microsoft.com/office/drawing/2014/main" id="{15E3C789-D508-9512-EE76-D46DD25C6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955" y="95880"/>
              <a:ext cx="8282192" cy="3517994"/>
            </a:xfrm>
            <a:prstGeom prst="rect">
              <a:avLst/>
            </a:prstGeom>
          </p:spPr>
        </p:pic>
        <p:pic>
          <p:nvPicPr>
            <p:cNvPr id="4" name="Picture 3" descr="A graph of a graph of power generation&#10;&#10;AI-generated content may be incorrect.">
              <a:extLst>
                <a:ext uri="{FF2B5EF4-FFF2-40B4-BE49-F238E27FC236}">
                  <a16:creationId xmlns:a16="http://schemas.microsoft.com/office/drawing/2014/main" id="{31459916-81F7-4331-6B82-27D3B75E2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3494" y="84258"/>
              <a:ext cx="4942218" cy="3401299"/>
            </a:xfrm>
            <a:prstGeom prst="rect">
              <a:avLst/>
            </a:prstGeom>
          </p:spPr>
        </p:pic>
        <p:pic>
          <p:nvPicPr>
            <p:cNvPr id="5" name="Picture 4" descr="A diagram with a number of points&#10;&#10;AI-generated content may be incorrect.">
              <a:extLst>
                <a:ext uri="{FF2B5EF4-FFF2-40B4-BE49-F238E27FC236}">
                  <a16:creationId xmlns:a16="http://schemas.microsoft.com/office/drawing/2014/main" id="{21550328-9CCE-45A4-4E47-33689B0B3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449" y="3597824"/>
              <a:ext cx="4040853" cy="4051109"/>
            </a:xfrm>
            <a:prstGeom prst="rect">
              <a:avLst/>
            </a:prstGeom>
          </p:spPr>
        </p:pic>
        <p:pic>
          <p:nvPicPr>
            <p:cNvPr id="6" name="Picture 5" descr="A diagram of a wind direction&#10;&#10;AI-generated content may be incorrect.">
              <a:extLst>
                <a:ext uri="{FF2B5EF4-FFF2-40B4-BE49-F238E27FC236}">
                  <a16:creationId xmlns:a16="http://schemas.microsoft.com/office/drawing/2014/main" id="{901D9E48-8E68-5082-9093-7C43B6DF4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5302" y="3613874"/>
              <a:ext cx="4134637" cy="40511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072AC9-5C30-AE31-69BE-818C9D255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29939" y="3429000"/>
              <a:ext cx="5175773" cy="42199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674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</Words>
  <Application>Microsoft Office PowerPoint</Application>
  <PresentationFormat>Widescreen</PresentationFormat>
  <Paragraphs>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Lasitha Perera</dc:creator>
  <cp:lastModifiedBy>LASITHA GONADUWAGE (2401465)</cp:lastModifiedBy>
  <cp:revision>11</cp:revision>
  <dcterms:created xsi:type="dcterms:W3CDTF">2024-06-06T18:36:39Z</dcterms:created>
  <dcterms:modified xsi:type="dcterms:W3CDTF">2025-08-01T21:01:06Z</dcterms:modified>
</cp:coreProperties>
</file>